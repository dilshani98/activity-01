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WEEK 2 ACTIVITY 2  |  YOOBEE COLLEGES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Multi-Site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Tasks 1 to 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9AC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  |  420,768 rows  |  12 stations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2013 – February 2017  •  Hourly Measurements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Load &amp; Inspect the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6596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420,768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841248"/>
            <a:ext cx="196596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8686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96312" y="15727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841248"/>
            <a:ext cx="196596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8686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72584" y="15727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48856" y="841248"/>
            <a:ext cx="196596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8686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48856" y="15727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3042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23042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(station added during loading)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651760"/>
            <a:ext cx="4114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year, month, day, hour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— fine particulate matter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 — coarse particulate matter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   — sulfur dioxide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   — nitrogen dioxide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   — carbon monoxide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651760"/>
            <a:ext cx="4206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   — ozone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 — temperature (°C)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  — atmospheric pressure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DEWP  — dew point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— precipitation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/ WSPM — wind direction / speed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— Beijing Multi-Site Air Quality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Cleaning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identified: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41148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20,701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877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(11 cols)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92040" y="11887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per-station median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local pollution levels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993392"/>
            <a:ext cx="4114800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2066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 (wd)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23774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1,822 rows dropped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— cannot be imputed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3182112"/>
            <a:ext cx="411480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3255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after cleaning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356616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418,946 rows  |  0 missing values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per-station median? Pollution varies significantly between urban and suburban areas. Using a global median would distort local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Basic Statistical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73152" cy="13258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412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804672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804672"/>
            <a:ext cx="73152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8412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2584" y="804672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804672"/>
            <a:ext cx="73152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8412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82312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2312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48856" y="804672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8856" y="804672"/>
            <a:ext cx="73152" cy="13258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8412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58584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8584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377440"/>
            <a:ext cx="8503920" cy="658368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77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Mean (79) &gt;&gt; Median (55) — the data is heavily right-skewed. Extreme pollution spikes pull the average up. Std Dev ≈ Mean confirms very high variability in Beijing's air quality.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" y="32004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across all pollutant &amp; weather columns: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20440"/>
          <a:ext cx="8503920" cy="14173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280160"/>
                <a:gridCol w="1280160"/>
                <a:gridCol w="1371600"/>
              </a:tblGrid>
              <a:tr h="236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Data Filtering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85039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40690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Wanshouxigong &amp; Nongzhanguan: highest avg PM2.5 (&gt;84 µg/m³) — dense urban areas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 &amp; Huairou: lowest PM2.5 (&lt;70 µg/m³) — suburban / northern Beijing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PM2.5 is nearly double Summer — coal heating + atmospheric inversion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of all readings (64,452 rows) exceed the hazardous threshold of 150 µg/m³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Data Visualisation  (1 of 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PM2.5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251960" cy="2240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PM2.5 Over Time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24128"/>
            <a:ext cx="4160520" cy="2240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3649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Pollutants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39312"/>
            <a:ext cx="85039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Correlation Analysis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49808"/>
            <a:ext cx="4572000" cy="30632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49808"/>
            <a:ext cx="3794760" cy="3063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3913632"/>
            <a:ext cx="41605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Most correlated with PM2.5?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2336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 (r = 0.879)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and PM2.5 share identical pollution sources — vehicles, coal, and industry emit both together.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3913632"/>
            <a:ext cx="4114800" cy="10515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46320" y="3950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Does temperature affect PM2.5?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46320" y="42336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r = −0.130 (negative)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winters drive coal heating + atmospheric inversion traps pollution close to the ground.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2471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pollution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Beijing's PM2.5 mean of 79 µg/m³ is 15× the WHO annual guideline of 5 µg/m³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38658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359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6151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pollution is nearly double Summer — coal heating is the primary driver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64845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 suburban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8770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stations show 20–25% higher PM2.5 than suburban Dingling and Huairou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2471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13533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is the strongest predictor of PM2.5 (r = 0.879) — same emission sources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38658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2359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is protective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6151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wind speed reduces PM2.5 (r = −0.269) — dispersal is the key mechanism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4845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8770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(55) far below mean (79) — a minority of extreme events drive averages 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 Analytics  |  Yoobee Colleges  |  2511-YCCIA-MSE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Beijing Multi-Site Air Quality – Statistical Analysis</dc:title>
  <dc:subject>PptxGenJS Presentation</dc:subject>
  <dc:creator>Data Analytics – Yoobee Colleges</dc:creator>
  <cp:lastModifiedBy>Data Analytics – Yoobee Colleges</cp:lastModifiedBy>
  <cp:revision>1</cp:revision>
  <dcterms:created xsi:type="dcterms:W3CDTF">2026-04-25T11:20:44Z</dcterms:created>
  <dcterms:modified xsi:type="dcterms:W3CDTF">2026-04-25T11:20:44Z</dcterms:modified>
</cp:coreProperties>
</file>